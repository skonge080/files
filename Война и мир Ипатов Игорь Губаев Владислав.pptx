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3FEB1A-2D0B-5666-31A2-95C3E028D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8BA3D68-E5E5-22E5-466F-65AEC71A1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48A3CF-A108-6F2D-692B-1F5FFE5C5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C3F-CCC4-BA49-940B-DFC6558D08FC}" type="datetimeFigureOut">
              <a:rPr lang="" smtClean="0"/>
              <a:t>11/20/2024</a:t>
            </a:fld>
            <a:endParaRPr lang="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4CA46C-A9AB-B9E7-F138-86C6E413E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62CCAF-2689-2419-C210-324FB3299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98F0-9F42-9E45-9DC3-B6A49E60E5FC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569359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3B7495-1546-AEC7-CA34-71D02FEE2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760D7B-D0A4-F502-4F9E-C6AB30F0C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749416-617F-3667-96AA-C83C1DFB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C3F-CCC4-BA49-940B-DFC6558D08FC}" type="datetimeFigureOut">
              <a:rPr lang="" smtClean="0"/>
              <a:t>11/20/2024</a:t>
            </a:fld>
            <a:endParaRPr lang="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BB5D3-6E14-540A-C998-ABEA76BD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DC093B-AE3C-57CE-21F6-08ABFEB7D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98F0-9F42-9E45-9DC3-B6A49E60E5FC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429504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DEF7B-821C-725A-7596-243BAA32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30C3F7-4959-6908-E119-7D85CA894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65CB44-CD7F-4AF2-36AD-8557F2F2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C3F-CCC4-BA49-940B-DFC6558D08FC}" type="datetimeFigureOut">
              <a:rPr lang="" smtClean="0"/>
              <a:t>11/20/2024</a:t>
            </a:fld>
            <a:endParaRPr lang="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2B251A-5A2F-B2A2-0BD5-4A0305DD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772E57-EE6D-D581-B550-D71E627F3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98F0-9F42-9E45-9DC3-B6A49E60E5FC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4244794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0AF5A7-B86D-1390-EAA0-BC0D6BBDD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5FF9D8-F6FA-E3D0-CD07-E3BEFF3C1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B04328-38DC-9ABC-DADC-B28A857D9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AF64B6-E2FD-F40A-9A32-40E99D2F5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C3F-CCC4-BA49-940B-DFC6558D08FC}" type="datetimeFigureOut">
              <a:rPr lang="" smtClean="0"/>
              <a:t>11/20/2024</a:t>
            </a:fld>
            <a:endParaRPr lang="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65D318-8764-F992-13BB-D957DFDC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B6C545-877F-B5F2-7FC0-76A28453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98F0-9F42-9E45-9DC3-B6A49E60E5FC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205480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76B619-A133-2AF8-5FBB-647703EAF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BB78A3-5C62-3EA3-8DC2-B82271E2E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F94BB2-735F-A378-5D68-CA671FF97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0163478-0FD2-C55F-64A9-EA5566FF0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860F80-B76F-C229-12AE-97BFA8E424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CC07FFC-A5C4-47CA-55C9-278F29FE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C3F-CCC4-BA49-940B-DFC6558D08FC}" type="datetimeFigureOut">
              <a:rPr lang="" smtClean="0"/>
              <a:t>11/20/2024</a:t>
            </a:fld>
            <a:endParaRPr lang="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A7F5483-BF68-600B-E0A7-1336FBC7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2C89CEE-3D61-9B21-95F0-B2A9B828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98F0-9F42-9E45-9DC3-B6A49E60E5FC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65425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DF28A5-3B76-3645-EAF7-7A944D0A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4FE03BA-58BA-A0B3-BA01-D38CE1775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C3F-CCC4-BA49-940B-DFC6558D08FC}" type="datetimeFigureOut">
              <a:rPr lang="" smtClean="0"/>
              <a:t>11/20/2024</a:t>
            </a:fld>
            <a:endParaRPr lang="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1550C4-D086-4A08-81B0-6989592B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BE44C3-A673-684A-53EF-5ED88FF39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98F0-9F42-9E45-9DC3-B6A49E60E5FC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597600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9533E19-3943-75F3-9684-3C430DEC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C3F-CCC4-BA49-940B-DFC6558D08FC}" type="datetimeFigureOut">
              <a:rPr lang="" smtClean="0"/>
              <a:t>11/20/2024</a:t>
            </a:fld>
            <a:endParaRPr lang="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E8AC112-8CDE-18E7-EA64-A9DB5795F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CB83DA-87B0-44D7-D9B5-9D2BF2A9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98F0-9F42-9E45-9DC3-B6A49E60E5FC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236339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32696-5F5A-E991-660A-1D67F7391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942C13-768A-686D-6C53-F51354F17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FB235-8580-0BC1-2944-BCE173F9A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3FF09A-5005-314F-861A-E072E5BF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C3F-CCC4-BA49-940B-DFC6558D08FC}" type="datetimeFigureOut">
              <a:rPr lang="" smtClean="0"/>
              <a:t>11/20/2024</a:t>
            </a:fld>
            <a:endParaRPr lang="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A7D01D-334D-BA4C-DAE1-480351EF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6F9EDB-6A17-3F80-7813-B3B27D70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98F0-9F42-9E45-9DC3-B6A49E60E5FC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31630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95AD30-DF26-B0A6-A9BA-98E632497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5FF989A-3C6C-B0FB-FFE3-3A4B0746A1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636BF7-B015-586F-0D85-63B456532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316CCA-3BA7-E1D9-6E2B-D015B83A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C3F-CCC4-BA49-940B-DFC6558D08FC}" type="datetimeFigureOut">
              <a:rPr lang="" smtClean="0"/>
              <a:t>11/20/2024</a:t>
            </a:fld>
            <a:endParaRPr lang="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A0FD91-151D-E6BF-B21E-2021782C1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827D20-02E3-E870-12E6-04323050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98F0-9F42-9E45-9DC3-B6A49E60E5FC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435756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43F02-2931-D52C-AC81-973841F0C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A8DF55E-0E8E-C280-0CDA-05968BDE3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B7D5DE-BD43-10AE-3B87-2D1EFA3B2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C3F-CCC4-BA49-940B-DFC6558D08FC}" type="datetimeFigureOut">
              <a:rPr lang="" smtClean="0"/>
              <a:t>11/20/2024</a:t>
            </a:fld>
            <a:endParaRPr lang="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BFE7C9-A3BD-9FA9-8AAE-F8A33F23B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46DE8F-0A19-1282-388D-D9D4795B3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98F0-9F42-9E45-9DC3-B6A49E60E5FC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640740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DF858A-47E9-9F9F-6778-B71F085C6D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84BEEC-632B-F840-1DC3-0291FADDC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345F63-7E10-E4A7-50EA-6BCB46B35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C3F-CCC4-BA49-940B-DFC6558D08FC}" type="datetimeFigureOut">
              <a:rPr lang="" smtClean="0"/>
              <a:t>11/20/2024</a:t>
            </a:fld>
            <a:endParaRPr lang="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6804ED-4520-CFAE-E010-98B25807D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104717-56FB-03F9-2124-AA53A46B4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98F0-9F42-9E45-9DC3-B6A49E60E5FC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74504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0A576B-A167-CBDE-7B52-16D4E363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81777C-092A-FF31-95BA-4F7ED9FE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932B19-BB89-1A41-4B92-581B7CA6C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DDC3F-CCC4-BA49-940B-DFC6558D08FC}" type="datetimeFigureOut">
              <a:rPr lang="" smtClean="0"/>
              <a:t>11/20/2024</a:t>
            </a:fld>
            <a:endParaRPr lang="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AEE28F-496C-C691-3F10-25B3315F1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8C43B4-973A-F649-37B4-C26325B0D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698F0-9F42-9E45-9DC3-B6A49E60E5FC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3634007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A7AE8F8-D5C0-BD18-BFB6-2B85C7004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32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DF75B02-D97B-4D66-7153-018D16895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32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501A31C-6894-8AA8-67AD-1A7B7DEFD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7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54CB753-5314-C6E7-F1CC-1ADEB4609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044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4932E9B-9139-7837-2D9C-44FD033EE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48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CB834CC-7D94-F849-B288-3EFF227A8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25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8E0D06-5DDF-9895-79F3-AEBBBF430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565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22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5F699C6-A7AB-F8E0-99BC-57CA5E0FB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40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283AF72-7BEA-985B-3D4F-6EC97B49B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49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BD4CE3-0F58-FBB2-7F2E-CD8CB48C4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891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A24E3B3-4F6F-CE80-A2E5-8E038D27A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839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D1B7BF5-86C3-D358-90E1-B2D9CDC9D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5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F31EF5F-7AAF-BD51-D69E-45E3FB8AD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56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155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057700E-5DA2-01BB-BCEE-09168FAE6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050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0604491-702C-9732-0A3D-61235EAE7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56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545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15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Igor Skonge</dc:creator>
  <cp:lastModifiedBy>Igor Skonge</cp:lastModifiedBy>
  <cp:revision>2</cp:revision>
  <dcterms:created xsi:type="dcterms:W3CDTF">2024-11-20T04:59:56Z</dcterms:created>
  <dcterms:modified xsi:type="dcterms:W3CDTF">2024-11-20T05:21:11Z</dcterms:modified>
</cp:coreProperties>
</file>